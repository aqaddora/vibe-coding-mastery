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aqaddoura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916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/dev/precourse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MINDSET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vibe coding · pre-course 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 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4864" cy="15544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83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AI-First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Mindset.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to think with AI — not just prompt it.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F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[ 30 min 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2D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session 1 of 5 ]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pre-course 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5852160"/>
            <a:ext cx="54864" cy="457200"/>
          </a:xfrm>
          <a:prstGeom prst="rect">
            <a:avLst/>
          </a:prstGeom>
          <a:solidFill>
            <a:srgbClr val="FF2D87"/>
          </a:solidFill>
          <a:ln w="12700">
            <a:solidFill>
              <a:srgbClr val="FF2D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Qaddoura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CTO · Builder · aqaddoura.com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aqaddoura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916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/dev/precourse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MINDSET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vibe coding · pre-course 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divide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camps of developers.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Today, you pick one.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486400" cy="36576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60320"/>
            <a:ext cx="54864" cy="36576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 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 Tapper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Uses AI like autocomplete.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Copies code without reading it.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Ships fast. Debugs slow.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Distrusts AI on anything serious.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5532120"/>
            <a:ext cx="4937760" cy="36576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669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Stays junior forever.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5486400" cy="3657600"/>
          </a:xfrm>
          <a:prstGeom prst="rect">
            <a:avLst/>
          </a:prstGeom>
          <a:solidFill>
            <a:srgbClr val="12141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560320"/>
            <a:ext cx="54864" cy="36576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  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154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Architect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92240" y="39319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F0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Primes context before asking.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F0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Argues with AI. Refines answers.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EF0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Ships code they fully understand.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0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Operates AI like a senior engineer.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5532120"/>
            <a:ext cx="4937760" cy="36576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5669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F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Compounds 5× faster. Sleeps better.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aqaddoura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916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/dev/precourse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MINDSET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vibe coding · pre-course 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shift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strike="sngStrike" dirty="0">
                <a:solidFill>
                  <a:srgbClr val="54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 longer a syntax writer.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an intent architect.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731520" cy="36576"/>
          </a:xfrm>
          <a:prstGeom prst="rect">
            <a:avLst/>
          </a:prstGeom>
          <a:solidFill>
            <a:srgbClr val="FF2D87"/>
          </a:solidFill>
          <a:ln w="12700">
            <a:solidFill>
              <a:srgbClr val="FF2D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ideas → code.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executes.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60720" y="4617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2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F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617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ideas → clear intent.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5029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executes. You verify, refine, ship.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943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F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59253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EF0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hard work used to be the typing. Now it's the thinking.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aqaddoura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916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/dev/precourse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MINDSET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vibe coding · pre-course 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where are you?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Developer Maturity Model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 honest. Then move.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1247120" cy="9144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64008" cy="9144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786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24505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 Tapper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2834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Copilot autocomplete. Paste errors into ChatGPT. Distrusts AI for anything real.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~10% saved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11247120" cy="9144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37560"/>
            <a:ext cx="64008" cy="91440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584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828800" y="34564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Knows basic prompt tricks. Still hand-fixes most output.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~20% saved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11247120" cy="9144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343400"/>
            <a:ext cx="64008" cy="9144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5902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828800" y="44622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2880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Gives AI context, constraints, outcomes. Lets it propose. Argues with it.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61120" y="4617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 output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349240"/>
            <a:ext cx="64008" cy="914400"/>
          </a:xfrm>
          <a:prstGeom prst="rect">
            <a:avLst/>
          </a:prstGeom>
          <a:solidFill>
            <a:srgbClr val="B5FF3A"/>
          </a:solidFill>
          <a:ln w="12700">
            <a:solidFill>
              <a:srgbClr val="B5F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5961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F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828800" y="54681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828800" y="5852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Memory files. Prompt libraries. Eval routines. Ships solo what required a team.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61120" y="5623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5F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5–10× output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aqaddoura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916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/dev/precourse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MINDSET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vibe coding · pre-course 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trap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mistakes that cap your growth.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I'm not exaggerating. I've seen all three.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103120" y="263347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code you can't explain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30175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a.m. production bug. Your senior watching in Slack. You can't debug what you never understood.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47120" cy="109728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31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103120" y="382219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speed with leverage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03120" y="42062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Faster on the wrong thing is still wrong. Leverage = right thing fast. Not just fast.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11247120" cy="109728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20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2103120" y="50109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thinking, not typing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103120" y="53949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does syntax. If it also thinks for you — you become commodity. Markets don't pay commodity.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aqaddoura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916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/dev/precourse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MINDSET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vibe coding · pre-course 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F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PURE Loop.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 this on every AI interaction that matters.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8932" y="2468880"/>
            <a:ext cx="2651760" cy="36576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" y="2468880"/>
            <a:ext cx="265176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" y="274320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0" dirty="0"/>
          </a:p>
        </p:txBody>
      </p:sp>
      <p:sp>
        <p:nvSpPr>
          <p:cNvPr id="13" name="Text 11"/>
          <p:cNvSpPr/>
          <p:nvPr/>
        </p:nvSpPr>
        <p:spPr>
          <a:xfrm>
            <a:off x="598932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56132" y="4983480"/>
            <a:ext cx="1737360" cy="18288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" y="5120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Give AI context, stack, constraints, threat model — before any task.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69564" y="2468880"/>
            <a:ext cx="2651760" cy="36576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9564" y="2468880"/>
            <a:ext cx="2651760" cy="54864"/>
          </a:xfrm>
          <a:prstGeom prst="rect">
            <a:avLst/>
          </a:prstGeom>
          <a:solidFill>
            <a:srgbClr val="FF2D87"/>
          </a:solidFill>
          <a:ln w="12700">
            <a:solidFill>
              <a:srgbClr val="FF2D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9564" y="274320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2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1000" dirty="0"/>
          </a:p>
        </p:txBody>
      </p:sp>
      <p:sp>
        <p:nvSpPr>
          <p:cNvPr id="19" name="Text 17"/>
          <p:cNvSpPr/>
          <p:nvPr/>
        </p:nvSpPr>
        <p:spPr>
          <a:xfrm>
            <a:off x="3369564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826764" y="4983480"/>
            <a:ext cx="1737360" cy="18288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8164" y="5120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 every line. Mark what's unclear. Ask 'why this over X?'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40196" y="2468880"/>
            <a:ext cx="2651760" cy="36576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0196" y="246888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0196" y="274320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0" dirty="0"/>
          </a:p>
        </p:txBody>
      </p:sp>
      <p:sp>
        <p:nvSpPr>
          <p:cNvPr id="25" name="Text 23"/>
          <p:cNvSpPr/>
          <p:nvPr/>
        </p:nvSpPr>
        <p:spPr>
          <a:xfrm>
            <a:off x="6140196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597396" y="4983480"/>
            <a:ext cx="1737360" cy="18288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8796" y="5120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AI to review its own code as a senior would. Then rewrite.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10828" y="2468880"/>
            <a:ext cx="2651760" cy="36576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10828" y="2468880"/>
            <a:ext cx="2651760" cy="54864"/>
          </a:xfrm>
          <a:prstGeom prst="rect">
            <a:avLst/>
          </a:prstGeom>
          <a:solidFill>
            <a:srgbClr val="B5FF3A"/>
          </a:solidFill>
          <a:ln w="12700">
            <a:solidFill>
              <a:srgbClr val="B5F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0828" y="274320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B5F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0" dirty="0"/>
          </a:p>
        </p:txBody>
      </p:sp>
      <p:sp>
        <p:nvSpPr>
          <p:cNvPr id="31" name="Text 29"/>
          <p:cNvSpPr/>
          <p:nvPr/>
        </p:nvSpPr>
        <p:spPr>
          <a:xfrm>
            <a:off x="8910828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368028" y="4983480"/>
            <a:ext cx="1737360" cy="18288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39428" y="5120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Run. Measure. Write what you learned into your doctrine.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aqaddoura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916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/dev/precourse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MINDSET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vibe coding · pre-course 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F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loop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is a loop. Not a checklist.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Execute feeds the next Prime — the system compounds.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68980" y="3520440"/>
            <a:ext cx="5623560" cy="0"/>
          </a:xfrm>
          <a:prstGeom prst="line">
            <a:avLst/>
          </a:prstGeom>
          <a:noFill/>
          <a:ln w="12700">
            <a:solidFill>
              <a:srgbClr val="2328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" y="2743200"/>
            <a:ext cx="2468880" cy="2286000"/>
          </a:xfrm>
          <a:prstGeom prst="rect">
            <a:avLst/>
          </a:prstGeom>
          <a:solidFill>
            <a:srgbClr val="12141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2743200"/>
            <a:ext cx="246888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29260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800100" y="4526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E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8980" y="3611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97580" y="2743200"/>
            <a:ext cx="2468880" cy="2286000"/>
          </a:xfrm>
          <a:prstGeom prst="rect">
            <a:avLst/>
          </a:prstGeom>
          <a:solidFill>
            <a:srgbClr val="12141F"/>
          </a:solidFill>
          <a:ln w="25400">
            <a:solidFill>
              <a:srgbClr val="FF2D8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97580" y="2743200"/>
            <a:ext cx="2468880" cy="73152"/>
          </a:xfrm>
          <a:prstGeom prst="rect">
            <a:avLst/>
          </a:prstGeom>
          <a:solidFill>
            <a:srgbClr val="FF2D87"/>
          </a:solidFill>
          <a:ln w="12700">
            <a:solidFill>
              <a:srgbClr val="FF2D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7580" y="29260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2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9000" dirty="0"/>
          </a:p>
        </p:txBody>
      </p:sp>
      <p:sp>
        <p:nvSpPr>
          <p:cNvPr id="19" name="Text 17"/>
          <p:cNvSpPr/>
          <p:nvPr/>
        </p:nvSpPr>
        <p:spPr>
          <a:xfrm>
            <a:off x="3497580" y="4526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E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66460" y="3611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95060" y="2743200"/>
            <a:ext cx="2468880" cy="2286000"/>
          </a:xfrm>
          <a:prstGeom prst="rect">
            <a:avLst/>
          </a:prstGeom>
          <a:solidFill>
            <a:srgbClr val="12141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5060" y="2743200"/>
            <a:ext cx="24688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5060" y="29260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0" dirty="0"/>
          </a:p>
        </p:txBody>
      </p:sp>
      <p:sp>
        <p:nvSpPr>
          <p:cNvPr id="24" name="Text 22"/>
          <p:cNvSpPr/>
          <p:nvPr/>
        </p:nvSpPr>
        <p:spPr>
          <a:xfrm>
            <a:off x="6195060" y="4526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E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63940" y="3611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892540" y="2743200"/>
            <a:ext cx="2468880" cy="2286000"/>
          </a:xfrm>
          <a:prstGeom prst="rect">
            <a:avLst/>
          </a:prstGeom>
          <a:solidFill>
            <a:srgbClr val="12141F"/>
          </a:solidFill>
          <a:ln w="25400">
            <a:solidFill>
              <a:srgbClr val="B5F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92540" y="2743200"/>
            <a:ext cx="2468880" cy="73152"/>
          </a:xfrm>
          <a:prstGeom prst="rect">
            <a:avLst/>
          </a:prstGeom>
          <a:solidFill>
            <a:srgbClr val="B5FF3A"/>
          </a:solidFill>
          <a:ln w="12700">
            <a:solidFill>
              <a:srgbClr val="B5F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92540" y="29260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B5F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0" dirty="0"/>
          </a:p>
        </p:txBody>
      </p:sp>
      <p:sp>
        <p:nvSpPr>
          <p:cNvPr id="29" name="Text 27"/>
          <p:cNvSpPr/>
          <p:nvPr/>
        </p:nvSpPr>
        <p:spPr>
          <a:xfrm>
            <a:off x="8892540" y="4526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EE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349240"/>
            <a:ext cx="54864" cy="914400"/>
          </a:xfrm>
          <a:prstGeom prst="rect">
            <a:avLst/>
          </a:prstGeom>
          <a:solidFill>
            <a:srgbClr val="B5FF3A"/>
          </a:solidFill>
          <a:ln w="12700">
            <a:solidFill>
              <a:srgbClr val="B5F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F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doctrine update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5760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EF0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Execute ends with one new rule in ai-doctrine.md. That file is your career compound interest.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aqaddoura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916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/dev/precourse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MINDSET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vibe coding · pre-course 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live example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catches 4 bugs in 3 minutes.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Task: Pydantic model for a Freelancer profile. AI's first answer looked fine.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1247120" cy="82296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54864" cy="8229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2542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full_name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28620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MB string = DoS vector. Fix: add max_length=120.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11247120" cy="82296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37560"/>
            <a:ext cx="54864" cy="8229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20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28800" y="3456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 normalized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28800" y="37764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registers twice with different case. Fix: lower + strip.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11247120" cy="82296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51960"/>
            <a:ext cx="54864" cy="8229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434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828800" y="4370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list unbounded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46908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Same DoS class. Fix: cap list length (max_length=30).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166360"/>
            <a:ext cx="11247120" cy="82296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166360"/>
            <a:ext cx="54864" cy="82296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49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828800" y="5285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scheme open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828800" y="56052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javascript: and file:// slip through. Fix: allowlist http/https.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2D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Switching to screen demo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aqaddoura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916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/dev/precourse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MINDSET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vibe coding · pre-course 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2D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why 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compounding now.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month you wait is a month you don't get back.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3721608" cy="219456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023360"/>
            <a:ext cx="3721608" cy="54864"/>
          </a:xfrm>
          <a:prstGeom prst="rect">
            <a:avLst/>
          </a:prstGeom>
          <a:solidFill>
            <a:srgbClr val="B5FF3A"/>
          </a:solidFill>
          <a:ln w="12700">
            <a:solidFill>
              <a:srgbClr val="B5F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06240"/>
            <a:ext cx="3264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5F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731520" y="521208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E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532120"/>
            <a:ext cx="3264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start seeing real leverage in your daily work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24528" y="4023360"/>
            <a:ext cx="3721608" cy="219456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24528" y="4023360"/>
            <a:ext cx="3721608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4206240"/>
            <a:ext cx="3264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4498848" y="521208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E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COMPOUND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98848" y="5532120"/>
            <a:ext cx="3264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doctrine grows sharper with every PURE loop you run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91856" y="4023360"/>
            <a:ext cx="3721608" cy="219456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91856" y="4023360"/>
            <a:ext cx="3721608" cy="54864"/>
          </a:xfrm>
          <a:prstGeom prst="rect">
            <a:avLst/>
          </a:prstGeom>
          <a:solidFill>
            <a:srgbClr val="FF2D87"/>
          </a:solidFill>
          <a:ln w="12700">
            <a:solidFill>
              <a:srgbClr val="FF2D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6176" y="4206240"/>
            <a:ext cx="3264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2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8266176" y="5212080"/>
            <a:ext cx="3264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E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DOCTRINE FILE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66176" y="5532120"/>
            <a:ext cx="3264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personal AI playbook — yours, nobody else's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aqaddoura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916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/dev/precourse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MINDSET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vibe coding · pre-course 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F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first 60 minutes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PURE loop on a real task.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a tutorial. Real work. Something you'd do this week anyway.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640080" cy="640080"/>
          </a:xfrm>
          <a:prstGeom prst="rect">
            <a:avLst/>
          </a:prstGeom>
          <a:solidFill>
            <a:srgbClr val="12141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Write a primer: stack, style, constraints, threat model.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18688"/>
            <a:ext cx="640080" cy="640080"/>
          </a:xfrm>
          <a:prstGeom prst="rect">
            <a:avLst/>
          </a:prstGeom>
          <a:solidFill>
            <a:srgbClr val="12141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644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264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32644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 AI's output line by line. Ask 'why this over X?' — 3 things you learned.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68496"/>
            <a:ext cx="640080" cy="640080"/>
          </a:xfrm>
          <a:prstGeom prst="rect">
            <a:avLst/>
          </a:prstGeom>
          <a:solidFill>
            <a:srgbClr val="12141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142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014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401421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AI to review its own code as a senior would. Then rewrite. Compare both.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718304"/>
            <a:ext cx="640080" cy="640080"/>
          </a:xfrm>
          <a:prstGeom prst="rect">
            <a:avLst/>
          </a:prstGeom>
          <a:solidFill>
            <a:srgbClr val="12141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640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1600" y="47640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476402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the refined output for its real purpose. Time it.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468112"/>
            <a:ext cx="640080" cy="640080"/>
          </a:xfrm>
          <a:prstGeom prst="rect">
            <a:avLst/>
          </a:prstGeom>
          <a:solidFill>
            <a:srgbClr val="12141F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5138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371600" y="5513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EF0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DOCTRINE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55138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 3 specific, reusable rules to ai-doctrine.md. This file is your asset.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aqaddoura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916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/dev/precourse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DEFENSE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vibe coding · pre-course 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2D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02 — Get the best from AI tools.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2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getting burned.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657600" cy="27432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43200"/>
            <a:ext cx="3657600" cy="54864"/>
          </a:xfrm>
          <a:prstGeom prst="rect">
            <a:avLst/>
          </a:prstGeom>
          <a:solidFill>
            <a:srgbClr val="FF2D87"/>
          </a:solidFill>
          <a:ln w="12700">
            <a:solidFill>
              <a:srgbClr val="FF2D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D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failure modes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7 silent ways AI tools fail — including data leaks Camp A never notices.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2743200"/>
            <a:ext cx="3657600" cy="27432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743200"/>
            <a:ext cx="3657600" cy="54864"/>
          </a:xfrm>
          <a:prstGeom prst="rect">
            <a:avLst/>
          </a:prstGeom>
          <a:solidFill>
            <a:srgbClr val="FF2D87"/>
          </a:solidFill>
          <a:ln w="12700">
            <a:solidFill>
              <a:srgbClr val="FF2D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D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APIs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6280" y="4069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Confident wrong answers. How to catch them before your build dies.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2743200"/>
            <a:ext cx="3657600" cy="2743200"/>
          </a:xfrm>
          <a:prstGeom prst="rect">
            <a:avLst/>
          </a:prstGeom>
          <a:solidFill>
            <a:srgbClr val="12141F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2743200"/>
            <a:ext cx="3657600" cy="54864"/>
          </a:xfrm>
          <a:prstGeom prst="rect">
            <a:avLst/>
          </a:prstGeom>
          <a:solidFill>
            <a:srgbClr val="FF2D87"/>
          </a:solidFill>
          <a:ln w="12700">
            <a:solidFill>
              <a:srgbClr val="FF2D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D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2104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Local-tenant leaks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1040" y="4069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frontend pattern AI ships in every project — and it leaks your users' data.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12141F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760720"/>
            <a:ext cx="54864" cy="50292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852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58521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EF0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Skip Session 02 → you'll ship a security disaster within 90 days. I've seen 3 already this year.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aqaddoura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69164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/dev/precourse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MINDSET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232842"/>
          </a:solidFill>
          <a:ln w="12700">
            <a:solidFill>
              <a:srgbClr val="232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vibe coding · pre-course 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it.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not tomorrow.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1371600" cy="36576"/>
          </a:xfrm>
          <a:prstGeom prst="rect">
            <a:avLst/>
          </a:prstGeom>
          <a:solidFill>
            <a:srgbClr val="FF2D87"/>
          </a:solidFill>
          <a:ln w="12700">
            <a:solidFill>
              <a:srgbClr val="FF2D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00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Qaddoura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5212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aqaddoura.com  ·  Palestine Innovation Initiative  ·  Taqat  ·  Kawkab.ai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F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yalla — let's build.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aqaddoura.com · Palestine Innovation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 — The AI-First Developer Mindset</dc:title>
  <dc:subject>PptxGenJS Presentation</dc:subject>
  <dc:creator>Ahmed Qaddoura</dc:creator>
  <cp:lastModifiedBy>Ahmed Qaddoura</cp:lastModifiedBy>
  <cp:revision>1</cp:revision>
  <dcterms:created xsi:type="dcterms:W3CDTF">2026-05-12T00:33:49Z</dcterms:created>
  <dcterms:modified xsi:type="dcterms:W3CDTF">2026-05-12T00:33:49Z</dcterms:modified>
</cp:coreProperties>
</file>